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3474720"/>
            <a:ext cx="9448495" cy="254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AI 管理學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CCCCCC"/>
                </a:solidFill>
              </a:rPr>
              <a:t>用管理框架馭 AI 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99999"/>
                </a:solidFill>
              </a:rPr>
              <a:t>草台班子研究室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6213E"/>
                </a:solidFill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1 章：把 AI 當人——管理思維的轉換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2 章：六大核心管理框架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3 章：五種任務類型與 BCG 矩陣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4 章：O + KR 指令設計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5 章：AI 等級分類與 AI 管理 AI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6 章：上班族的工具組合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0292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7 章：三層次工作流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8 章：分層管理架構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9 章：四維度審核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10 章：三條線與變革管理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11 章：雙軌 PDCA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000000"/>
                </a:solidFill>
              </a:rPr>
              <a:t>第 12 章：90 天計劃與核心心法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1 章：把 AI 當人——管理思維的轉換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把 AI 當人——管理思維的轉換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傳統工具思維：輸入 → 輸出，一成不變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AI 管理思維：目標 → 溝通 → 迭代優化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把 AI 視為團隊成員，而非冷冰冰的工具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需要明確的目標、清楚的指令、持續的反饋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關鍵轉變：從「使用」到「管理」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AI 像一個下屬或助理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優點：快速、不知疲倦、知識淵博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可處理大量重複性、知識性工作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協助腦力激盪、資料整理、初稿撰寫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如同一位聰明但需要指導的助理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需要你的方向感與判斷力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AI 三大缺陷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沒有 Common Sense（常識）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可能給出邏輯上合理但實際荒謬的答案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容易幻覺（Hallucination）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編造不存在的資訊、數據或引用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不知道你的具體情況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缺乏對你公司、產業、個人背景的深度理解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應對策略：審核、驗證、提供上下文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真實失敗案例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律師事務所引用 AI 生成的虛構判例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公司使用 AI 產生的錯誤財務數據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學生提交含有虛構參考文獻的論文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共同點：盲目信任，缺乏驗證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教訓：AI 輸出必須經過人工審核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2 章：六大核心管理框架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六大核心框架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OKR：目標與關鍵結果（Objectives &amp; Key Results）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MECE：相互獨立，完全窮盡（Mutually Exclusive, Collectively Exhaustive）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BCG 矩陣：波士頓顧問群矩陣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SWOT：優勢、劣勢、機會、威脅分析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80-20 法則：帕累托法則，抓重點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STAR：情境、任務、行動、結果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OKR × AI：目標導向的指令設計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Objective（目標）：你要達成什麼？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Key Results（關鍵結果）：如何衡量成功？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將 OKR 應用於 Prompt 設計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範例：寫一份報告 → 目標：說服高層投資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明確的 KR：涵蓋市場規模、ROI、風險評估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MECE × AI：結構化思考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確保思考無遺漏、不重疊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用於分解複雜問題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常見分類方式：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內部 / 外部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短期 / 長期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產品 / 市場 / 營運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讓 AI 輸出結構更清晰完整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BCG 矩陣 × AI：任務分類與資源配置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明星（Stars）：高成長、高市佔 → 重點投入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金牛（Cash Cows）：低成長、高市佔 → 維持運作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問號（Question Marks）：高成長、低市佔 → 評估潛力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瘦狗（Dogs）：低成長、低市佔 → 考慮淘汰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應用於 AI 任務優先級排序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3 章：五種任務類型與 BCG 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五種任務類型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創意生成型：腦力激盪、文案發想、概念設計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分析整理型：資料彙整、數據分析、摘要重點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撰寫潤稿型：郵件、報告、文章、翻譯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程式開發型：代碼編寫、除錯、技術文件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決策輔助型：方案比較、風險評估、建議提供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BCG 任務分配矩陣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高價值 + 高可行性 = 立即執行（AI 主力）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高價值 + 低可行性 = 拆解或人工介入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低價值 + 高可行性 = 自動化批次處理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低價值 + 低可行性 = 暫緩或放棄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根據任務特性選擇適合的 AI 工具與策略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4 章：O + KR 指令結構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O + KR 指令結構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O（Objective）：清楚說明目標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「我需要一份市場分析報告」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KR（Key Results）：定義成功標準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包含 3 個競爭對手分析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提供具體數據支持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結論需有可行建議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組合使用，讓 AI 精準理解需求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四種指令模板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商業報告模板：背景 + 目標 + 格式 + 字數限制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創意發想模板：主題 + 風格 + 數量 + 限制條件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郵件撰寫模板：對象 + 目的 + 語氣 + 行動呼籲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翻譯潤稿模板：原文 + 目標語言 + 風格 + 專業領域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5 章：AI 等級分類與 AI 管理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AI 等級分類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旗艦級（Flagship）：GPT-4、Claude 3 Opus 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複雜推理、創意、長文本處理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主力級（Main）：GPT-4o、Claude 3.5 Sonnet 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日常任務、快速回應、性價比高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專門級（Specialized）：代碼、設計、法律等專業模型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輔助級（Assist）：輕量任務、快速查詢、簡單生成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用 AI 管理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Prompt 生成器：用 AI 幫你寫更好的 Prompt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Multi-Agent 架構：多個 AI 協作完成任務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研究員 → 收集資訊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分析師 → 整理分析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撰寫者 → 產出報告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AI 審核：用另一個 AI 檢查輸出品質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6 章：上班族的工具組合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上班族的工具組合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通用對話：ChatGPT、Claude、Gemini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寫作輔助：Notion AI、Grammarly、Copilot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簡報製作：Gamma、Beautiful.ai、Tome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數據分析：Julius AI、ChatCSV、Ajelix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會議記錄：Otter.ai、Fireflies、Fathom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專案管理：Notion、Asana AI、Monday.com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五個選擇維度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任務類型：創意 / 分析 / 撰寫 / 程式？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輸出品質：需要最高品質還是夠用即可？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成本考量：免費、訂閱、按量計費？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整合需求：是否需要與現有工具整合？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安全隱私：資料是否可上傳雲端？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7 章：三層次工作流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三層次工作流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第一層：模板（Template）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標準化的 Prompt 框架，可重複使用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第二層：工作流（Workflow）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串連多個 AI 任務的自動化流程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第三層：反饋循環（Feedback Loop）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持續收集結果、優化模板、迭代改進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CLEAR 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C - Context（上下文）：提供背景資訊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L - Limit（限制）：設定邊界條件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E - Example（範例）：給出具體例子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A - Action（行動）：明確要求什麼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R - Review（審查）：規劃檢查機制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五個步驟，打造高品質 AI 協作流程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8 章：分層管理架構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分層管理架構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系統層（System Level）：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AI 使用政策、資安規範、成本管控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專案層（Project Level）：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專案專用的 AI 工作流、模板、SOP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任務層（Task Level）：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單一任務的 Prompt、執行、審核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AI 入職培訓三階段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第一階段：認識 AI（1-2 週）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了解能力邊界、嘗試各種應用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第二階段：熟練工具（3-4 週）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掌握 Prompt 技巧、建立個人模板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第三階段：整合工作（5-8 週）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將 AI 融入日常工作流程、持續優化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9 章：四維度審核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四維度審核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準確性（Accuracy）：事實是否正確？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相關性（Relevance）：是否符合需求？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完整性（Completeness）：有無遺漏重要資訊？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可執行性（Actionability）：能否實際執行？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每個維度 1-5 分，建立評分標準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AI 檢查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使用不同的 AI 進行交叉驗證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專門的審核 Prompt 設計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請 AI 列出潛在錯誤或遺漏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對比多個 AI 的輸出差異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重要決策仍需人工最終確認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10 章：三條線與變革管理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三條線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資訊分級：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公開 / 內部 / 機密 / 絕密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外流邊界：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哪些資料可以輸入 AI？哪些不行？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管理 AI：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使用紀錄、審查機制、責任歸屬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變革管理：員工對 AI 的三種態度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擁抱者（Enthusiasts）：積極學習，主動嘗試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→ 給予資源，讓他們成為種子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觀望者（Observers）：等待證明，謹慎評估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→ 提供成功案例，降低進入門檻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抗拒者（Resistors）：擔心取代，抗拒改變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→ 強調協作而非取代，提供培訓支持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11 章：雙軌 PDCA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雙軌 PDCA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Prompt PDCA：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Plan（計劃）：設計 Prompt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Do（執行）：輸入 AI 取得結果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Check（檢查）：評估輸出品質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Act（行動）：優化 Prompt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AI 策略 PDCA：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整體 AI 導入策略的持續改進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第 12 章：90 天計劃與核心心法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30 天計劃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第 1-10 天：建立基礎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選定 1-2 個主力工具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建立個人 Prompt 模板庫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第 11-20 天：擴大應用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將 AI 融入 3-5 個日常工作場景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建立部門級工作流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第 21-30 天：優化迭代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評估成效、調整策略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• 建立長期優化機制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核心心法：標準比工具重要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沒有標準，再好的工具也會用錯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建立 Prompt 審核標準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建立輸出品質標準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建立 AI 使用行為標準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持續迭代標準，而非追逐新工具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討論時間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互動問題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在你的工作中，哪個任務最適合交給 AI 處理？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思考：價值高 + 可行性高的任務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你會如何設計一個 AI 入職培訓計劃？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思考：三階段培訓的具體內容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如何建立團隊的 AI 輸出品質標準？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    思考：四維度審核的落地執行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6213E"/>
                </a:solidFill>
              </a:rPr>
              <a:t>行動清單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5080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3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213E"/>
                </a:solidFill>
              </a:rPr>
              <a:t>5 個具體行動項目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本週：選定 1 個主力 AI 工具，完成註冊與基礎設定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本週：建立 3 個個人專用 Prompt 模板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本月：找出 3 個可交給 AI 處理的重複性任務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本月：與團隊分享一個 AI 使用成功案例</a:t>
            </a:r>
          </a:p>
          <a:p>
            <a:pPr>
              <a:spcAft>
                <a:spcPts val="1800"/>
              </a:spcAft>
            </a:pPr>
            <a:r>
              <a:rPr sz="2000">
                <a:solidFill>
                  <a:srgbClr val="000000"/>
                </a:solidFill>
              </a:rPr>
              <a:t>• 本季：建立部門級的 AI 使用 SOP 與審核標準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謝謝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999999"/>
                </a:solidFill>
              </a:rPr>
              <a:t>開始你的 AI 管理之旅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